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a296e48a3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aa296e48a3_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296e48a3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aa296e48a3_2_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296e48a3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aa296e48a3_2_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296e48a3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aa296e48a3_2_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a296e48a3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a296e48a3_2_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1461052" y="725557"/>
            <a:ext cx="5913782" cy="542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99441" y="2074897"/>
            <a:ext cx="8137663" cy="2586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2375453" y="536713"/>
            <a:ext cx="6301409" cy="38464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698224" y="1463795"/>
            <a:ext cx="7958758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628650" y="919887"/>
            <a:ext cx="6059194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479562" y="1317452"/>
            <a:ext cx="818735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/>
        </p:nvSpPr>
        <p:spPr>
          <a:xfrm>
            <a:off x="4572000" y="328764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Socialización del Proyecto Integrador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idx="1" type="body"/>
          </p:nvPr>
        </p:nvSpPr>
        <p:spPr>
          <a:xfrm>
            <a:off x="499441" y="2074897"/>
            <a:ext cx="8137663" cy="28491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" sz="1800"/>
              <a:t>Código del proyecto: PDS-001</a:t>
            </a:r>
            <a:br>
              <a:rPr lang="es" sz="1800"/>
            </a:br>
            <a:r>
              <a:rPr lang="es" sz="1800"/>
              <a:t>Nombre del proyecto: Módulo de gestión de inventario y registro de mantenimientos de equipos informáticos.</a:t>
            </a:r>
            <a:br>
              <a:rPr lang="es" sz="1800"/>
            </a:br>
            <a:r>
              <a:rPr lang="es" sz="1800"/>
              <a:t>Espacio académico: </a:t>
            </a:r>
            <a:r>
              <a:rPr b="1" lang="es" sz="1800"/>
              <a:t>CONSTRUCCIÓN Y DISEÑO DE SOFTWARE.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" sz="1800"/>
              <a:t>Integrantes: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" sz="1800"/>
              <a:t>- Juan Alejandro Gómez Cruz.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" sz="1800"/>
              <a:t>- Karen Valeria Heredia García.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" sz="1800"/>
              <a:t>- Siervo Santiago Molano Gómez.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" sz="1800"/>
              <a:t>- Samuel Hernando Pacheco Ayala.</a:t>
            </a:r>
            <a:endParaRPr/>
          </a:p>
        </p:txBody>
      </p:sp>
      <p:sp>
        <p:nvSpPr>
          <p:cNvPr id="80" name="Google Shape;80;p22"/>
          <p:cNvSpPr txBox="1"/>
          <p:nvPr/>
        </p:nvSpPr>
        <p:spPr>
          <a:xfrm>
            <a:off x="2520437" y="846192"/>
            <a:ext cx="4095668" cy="3808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Socialización del Proyecto Integrador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2231435" y="457995"/>
            <a:ext cx="6301408" cy="422751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s" sz="1500"/>
              <a:t>Contexto del Development Team – Metodología aplicada</a:t>
            </a:r>
            <a:br>
              <a:rPr lang="es" sz="1500"/>
            </a:br>
            <a:r>
              <a:rPr i="1" lang="es" sz="1500">
                <a:solidFill>
                  <a:srgbClr val="FF0000"/>
                </a:solidFill>
              </a:rPr>
              <a:t>Enunciar el alcance del proyecto realizado y el aporte de cada integrante. Si aplicaron alguna base metodológica enunciarla (ej: Scrum)</a:t>
            </a:r>
            <a:br>
              <a:rPr lang="es" sz="1500"/>
            </a:br>
            <a:r>
              <a:rPr b="1" lang="es" sz="1500"/>
              <a:t>Objetivo general</a:t>
            </a:r>
            <a:br>
              <a:rPr b="1" lang="es" sz="1500"/>
            </a:br>
            <a:r>
              <a:rPr lang="es" sz="1500"/>
              <a:t>Desarrollar un sistema web funcional para la gestión de equipos, usuarios, responsables, ubicaciones y mantenimientos, que optimice los procesos operativos del HSRT y facilite el acceso a información centralizada y actualizada.</a:t>
            </a:r>
            <a:br>
              <a:rPr i="1" lang="es" sz="1500">
                <a:solidFill>
                  <a:srgbClr val="FF0000"/>
                </a:solidFill>
              </a:rPr>
            </a:br>
            <a:r>
              <a:rPr b="1" lang="es" sz="1500"/>
              <a:t>ODS relacionados </a:t>
            </a:r>
            <a:br>
              <a:rPr b="1" i="1" lang="es" sz="1500">
                <a:solidFill>
                  <a:srgbClr val="FF0000"/>
                </a:solidFill>
              </a:rPr>
            </a:br>
            <a:r>
              <a:rPr lang="es" sz="1500"/>
              <a:t>ODS 9, ODS 12, ODS 16.</a:t>
            </a:r>
            <a:br>
              <a:rPr lang="es" sz="1500"/>
            </a:br>
            <a:r>
              <a:rPr b="1" lang="es" sz="1500"/>
              <a:t>Usuarios objetivo</a:t>
            </a:r>
            <a:br>
              <a:rPr b="1" lang="es" sz="1500"/>
            </a:br>
            <a:r>
              <a:rPr lang="es" sz="1500"/>
              <a:t>El Hospital San Rafael de Tunja (HSRT) podrá gestionar de manera óptima el inventario de sus equipos médicos. A través el sistema web será posible crear, editar, eliminar, organizar y controlar el mantenimiento de dichos equipos.</a:t>
            </a:r>
            <a:br>
              <a:rPr i="1" lang="es" sz="1500">
                <a:solidFill>
                  <a:srgbClr val="FF0000"/>
                </a:solidFill>
              </a:rPr>
            </a:br>
            <a:r>
              <a:rPr b="1" lang="es" sz="1500"/>
              <a:t>Tecnologías aplicadas</a:t>
            </a:r>
            <a:br>
              <a:rPr b="1" lang="es" sz="1500"/>
            </a:br>
            <a:r>
              <a:rPr lang="es" sz="1500"/>
              <a:t>Framework de FE: </a:t>
            </a:r>
            <a:br>
              <a:rPr lang="es" sz="1500"/>
            </a:br>
            <a:r>
              <a:rPr lang="es" sz="1500"/>
              <a:t>HTML, CSS, JavaScript, Uso de Bootstrap, Manejo de formularios, Tablas e interfaces de usuario.</a:t>
            </a:r>
            <a:br>
              <a:rPr lang="es" sz="1500"/>
            </a:br>
            <a:r>
              <a:rPr lang="es" sz="1500"/>
              <a:t>Framework de BE: </a:t>
            </a:r>
            <a:br>
              <a:rPr lang="es" sz="1500"/>
            </a:br>
            <a:r>
              <a:rPr lang="es" sz="1500"/>
              <a:t>Controladores y servicios, Validación de datos, Modelado de tablas y relaciones, Migraciones y consultas, Conexión con base de datos.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/>
        </p:nvSpPr>
        <p:spPr>
          <a:xfrm>
            <a:off x="442451" y="1292405"/>
            <a:ext cx="8259098" cy="28161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 – Video YouTube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(máxima duración 5 minutos)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Agregar una imagen simbólica de su desarrollo con el enlace afín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Cuando se proyecte el video el video narrará la funcionalidad del desarrollo realizado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